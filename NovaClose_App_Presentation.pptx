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F2C"/>
                </a:solidFill>
              </a:rPr>
              <a:t>NovaClose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B78"/>
                </a:solidFill>
              </a:rPr>
              <a:t>AI-powered month-end close command centre | NovaTech | Feb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2024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CLOSE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1284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68/100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7004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Baseline command-centre score before automation.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92024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PROJECTED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1284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4.4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67004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Current dashboard forecast versus the 4-day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2024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AFTER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21284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3.7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67004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Forecast after the full automation bundle is executed.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576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WHY THIS APP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931920"/>
            <a:ext cx="10698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Transforms month-end from reactive exception hunting into a guided, auditable operating system.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Combines Command Centre visibility, specialist agents, before/after scenario testing, and AI copilot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App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What the app is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delay is caused by exception handling and approval friction, not transaction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PENDING GL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167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Journals still in review or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234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BANK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234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167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Cash items still open in reconciliation.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IC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167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Cross-entity differences still unresolved.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AP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167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3-way match exceptions still open.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32588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14173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BLOCKED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1709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2167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Checklist dependencies blocking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880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ROOT 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51206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171 GL approvals and reviews are the biggest operational blocker.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Cash, intercompany, and AP exceptions create downstream reporting delays.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Checklist handoffs break because issues are found late, not because finance lacks activity.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8036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WHAT THE APP DELIVERS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154680"/>
            <a:ext cx="5212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CFO needs one place to see readiness, top blockers, and the path below 4 days.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Ops team needs to know exactly what to clear next and which actions can be automated safely.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Audit needs transparency on what moved automatically and what still needs sign-off.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Problem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Before and after the automation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app shows the effect of running the operational bundle, not just descriptive insight.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68/100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Before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806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92/100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After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CONTINUOUS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4.4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Before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CONTINUOUS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3.5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After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3716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3104" y="1463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DASHBOARD 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17556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3.7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221284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After automation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30632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55448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Pending 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Bank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IC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AP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Blocked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F2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720840" y="3063240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EXECUTIVE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337560"/>
            <a:ext cx="47091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Readiness improves by 24 points.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Continuous forecast improves from 4.4 to 3.5 days.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The biggest improvement comes from GL approval routing, checklist unblocking, and exception auto-clear.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Before vs after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App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app is cleaner for demo use; explanatory narrative is carried in this deck instead.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COMMAND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58568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Readiness, before/after close signal, month-end steps, and action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5384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CLOSE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5384" y="2258568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Checklist blockers, dependency handoffs, and critical-path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1732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98664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8664" y="2258568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GL, Bank, IC, Journal, Audit, and Variance Analysis specialist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749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498848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Eight-sheet risk scan plus legal-entity risk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65760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4" y="3749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4498848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Automation bundle impact, posting outcomes, and before/after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657600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37490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AI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4498848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Finance Q&amp;A routed through the local close-intelligence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Product walkthrough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Tools used to build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prototype was built with a lightweight analytics and demo stack that is easy to explain and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581912"/>
            <a:ext cx="658368" cy="658368"/>
          </a:xfrm>
          <a:prstGeom prst="roundRect">
            <a:avLst/>
          </a:prstGeom>
          <a:solidFill>
            <a:srgbClr val="3572A5"/>
          </a:solidFill>
          <a:ln>
            <a:solidFill>
              <a:srgbClr val="357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0020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2024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Core analysis engine, agent logic, scenario model, and orchestration.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73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581912"/>
            <a:ext cx="658368" cy="658368"/>
          </a:xfrm>
          <a:prstGeom prst="roundRect">
            <a:avLst/>
          </a:prstGeom>
          <a:solidFill>
            <a:srgbClr val="FF4B4B"/>
          </a:solidFill>
          <a:ln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0020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Interactive demo application, command centre UI, and guided month-end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907792"/>
            <a:ext cx="658368" cy="658368"/>
          </a:xfrm>
          <a:prstGeom prst="roundRect">
            <a:avLst/>
          </a:prstGeom>
          <a:solidFill>
            <a:srgbClr val="156355"/>
          </a:solidFill>
          <a:ln>
            <a:solidFill>
              <a:srgbClr val="156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92608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4612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Workbook shaping, KPI calculations, exception analysis, and agent worklists.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74320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2907792"/>
            <a:ext cx="658368" cy="658368"/>
          </a:xfrm>
          <a:prstGeom prst="roundRect">
            <a:avLst/>
          </a:prstGeom>
          <a:solidFill>
            <a:srgbClr val="636EFA"/>
          </a:solidFill>
          <a:ln>
            <a:solidFill>
              <a:srgbClr val="63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92608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Plotly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4612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Readiness gauges, risk charts, and clean presentation visuals inside the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" y="4233672"/>
            <a:ext cx="658368" cy="658368"/>
          </a:xfrm>
          <a:prstGeom prst="roundRect">
            <a:avLst/>
          </a:prstGeom>
          <a:solidFill>
            <a:srgbClr val="217346"/>
          </a:solidFill>
          <a:ln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25196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OpenPyXL /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720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Reads the month-end workbook and preserves the finance-team operating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0690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45352" y="4233672"/>
            <a:ext cx="658368" cy="658368"/>
          </a:xfrm>
          <a:prstGeom prst="roundRect">
            <a:avLst/>
          </a:prstGeom>
          <a:solidFill>
            <a:srgbClr val="7353E5"/>
          </a:solidFill>
          <a:ln>
            <a:solidFill>
              <a:srgbClr val="73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25196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2C"/>
                </a:solidFill>
              </a:rPr>
              <a:t>Local AI Copilot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572000"/>
            <a:ext cx="4069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Deterministic prompt routing, commentary drafting, and finance-ready narrative outputs.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Build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Agent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Each agent owns a specific part of the close and feeds a common readiness and posting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WHAT MOVED OUT OF THE UI AND INTO THE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GL Approval Agent: Triages pending journals into straight-through, manager, controller, and CFO lanes.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Bank Reconciliation Agent: Routes cash exceptions, drafts residual journals, and isolates statement breaks.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IC Reconciliation Agent: Auto-matches counterparties, resolves FX mismatches, and drafts eliminations.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Journal Entry Agent: Builds ERP-ready accrual and reclass drafts with support and audit trails.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Audit &amp; Compliance Agent: Scores control completeness and separates ready-to-post from held entries.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Variance Analysis Agent: Calculates MoM and YoY anomalies and drafts executive commentary.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Close Tracker: Turns checklist dependencies into an unblock queue with critical-path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Agent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Automation bundle and control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One controlled bundle runs in the app, with an audit trail on what changed and what still needs release.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BUNDLE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1. Auto-approve 16 straight-through journals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2. Fast-track manager and controller approval packets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3. Clear 3 timing items and post 2 bank drafts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4. Post 2 IC elimination drafts and clear matched pairs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5. Post 7 ERP-ready journal drafts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6. Auto-release blocked checklist handoffs (7 hrs recoverable)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7. Sweep low-risk AP matching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35824" y="15087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AUTO-POST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5824" y="18013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5824" y="22585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Moves straight into ERP when policy allows.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41732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01784" y="15087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READY TO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784" y="18013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77A2D"/>
                </a:solidFill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1784" y="22585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Cleared but still awaiting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26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3017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MANUAL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33101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75C5C"/>
                </a:solidFill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76732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Still requires review or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926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1784" y="3017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HOURS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33101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1784" y="376732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Recovered from the automation bundle.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572000"/>
            <a:ext cx="4114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Run sheet logs timestamps, actions applied, hours saved, and posting state.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Before/after risk cards and agent tables make the automation effect transparent.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Automation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How the CFO and operations team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The app is designed to answer three questions fast: Where are we? What moved? What do we do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OPERATOR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3035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1. Load the workbook and validate the period.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2. Review the Command Centre before/after readiness signal.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3. Run the automation bundle from Month-End Steps.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4. Work the top three priorities and owner queue.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5. Use AI Copilot for blocker, entity, and variance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TOP FOCUS AREAS FROM THE CURRENT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Clear pending GL reviews and approvals - Final account review and downstream controller sign-off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Resolve bank reconciliation exceptions - Cash certification and treasury close readiness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Unblock critical close checklist tasks - Critical checklist handoffs across reconciliation, journals, and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Operating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2C"/>
                </a:solidFill>
              </a:rPr>
              <a:t>Business impact and demo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B78"/>
                </a:solidFill>
              </a:rPr>
              <a:t>Use this slide as the closing narrative in the hackathon pitch.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463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READINESS 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75564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+24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2128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68/100 to 92/100 after the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63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CLOSE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75564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4.4 -&gt; 3.5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128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Continuous forecast after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463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BLOCKERS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75564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</a:rPr>
              <a:t>IC 2 -&gt; 0 | Blocked 3 -&gt;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2128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B78"/>
                </a:solidFill>
              </a:rPr>
              <a:t>Exception and checklist drag removed from the critical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546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B78"/>
                </a:solidFill>
              </a:rPr>
              <a:t>PITCH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2900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NovaClose gives the CFO a single view of readiness, forecast, and automation impact.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It gives finance operations a clear next-action queue instead of a static exception report.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It keeps control transparency visible by separating auto-post, ready-to-post, and manual-hold outcomes.</a:t>
            </a:r>
          </a:p>
          <a:p>
            <a:pPr>
              <a:spcAft>
                <a:spcPts val="800"/>
              </a:spcAft>
              <a:defRPr sz="1500">
                <a:solidFill>
                  <a:srgbClr val="0F1F2C"/>
                </a:solidFill>
              </a:defRPr>
            </a:pPr>
            <a:r>
              <a:t>The app is intentionally cleaner now; the deck carries the architecture, narrative, and agent 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8"/>
                </a:solidFill>
              </a:rPr>
              <a:t>NovaClose | Hackathon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